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059666"/>
          </a:solidFill>
          <a:ln>
            <a:solidFill>
              <a:srgbClr val="059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4A3B8"/>
                </a:solidFill>
              </a:rPr>
              <a:t>HACKATHON PROJECT  •  FRESHGUARD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🛡️  FreshGuard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</a:rPr>
              <a:t>AI-Powered Perishable Inventory Risk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 Multi-Agent Decision-Support System that eliminates food waste,
prevents stockouts, and maximises margin recovery for retail stores.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2834640" cy="868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96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📉  Waste Reduced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Up to 79%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4023360"/>
            <a:ext cx="2834640" cy="868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096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📦  Stockouts Prevented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→ 0 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023360"/>
            <a:ext cx="2834640" cy="868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4096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💰  Net Margin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+$585 /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Stack: Next.js 16  •  FastAPI  •  SQLite  •  Supabase  •  Recharts  •  Python  •  Multi-Agent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01  //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Retailers lose billions annually to preventable food waste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65176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11D48"/>
                </a:solidFill>
              </a:rPr>
              <a:t>$1.2 Trillion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Annual global retail food waste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43000"/>
            <a:ext cx="265176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34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11D48"/>
                </a:solidFill>
              </a:rPr>
              <a:t>30–40%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Of all food produced is wasted before sale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265176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11D48"/>
                </a:solidFill>
              </a:rPr>
              <a:t>68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 unsold per SKU per day in demo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143000"/>
            <a:ext cx="265176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234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11D48"/>
                </a:solidFill>
              </a:rPr>
              <a:t>5–10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Window to act before expiry write-off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Root Causes: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07792"/>
            <a:ext cx="55778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99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❌  Manual, reactive markdown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1927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Store managers only discount 2h before closing — too late to move volume.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907792"/>
            <a:ext cx="55778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999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❌  No batch-level expiry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1927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Stores manage 'average' shelf life, not individual lot expiry cohorts.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79392"/>
            <a:ext cx="55778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7083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❌  Static reorder cycles ignore weather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9087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Weekend heatwaves or demand spikes cause stockouts that same-day reorder can't fix.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279392"/>
            <a:ext cx="55778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37083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❌  No AI coordination across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69087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Pricing, logistics, and inventory teams make isolated decisions with no shared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02  //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FreshGuard AI — Multi-Agent Coordinator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 real-time AI decision engine with 5 specialist agents that coordinate pricing, logistics, and human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508760"/>
            <a:ext cx="3044952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🤖  Coordinator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23774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📈 Demand Forecaster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620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Ridge Regression velocity model.
MAE &lt; 2.1 units.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423160"/>
            <a:ext cx="23774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514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💲 Dynamic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620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Elasticity-aware markdown:
30–50% discount timing.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2423160"/>
            <a:ext cx="23774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514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🚚 Logistics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620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Inter-store transfers +
Cold-chain SLA validation.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423160"/>
            <a:ext cx="23774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2514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🛒 Replenishment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8620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Automated PO issuance
before supplier cutoff.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2423160"/>
            <a:ext cx="237744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2514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🔍 Data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28620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Barcode/batch verification.
Blocks bad-data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94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Manager Review Layer (Human-in-the-Loop — Approve / Edit / Reject)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114800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389120"/>
            <a:ext cx="5577840" cy="822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✅  Real-Time Risk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73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Live SKU telemetry with batch-level cohort tracking and expiry countdowns.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389120"/>
            <a:ext cx="5577840" cy="822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✅  Scenario 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73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6 official judging scenarios with live Baseline vs AI comparison benchmarks.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40679"/>
            <a:ext cx="5577840" cy="822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5321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✅  Persistent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2472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All manager decisions logged to SQLite with timestamp and reviewer ID.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440679"/>
            <a:ext cx="5577840" cy="822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5321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✅  Supabase Cloud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82472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Real-time cloud database integration for multi-store scale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03  //  FUNCTIONALITY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Does it work? Does it solve the problem?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3703320" cy="13258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225295"/>
            <a:ext cx="2743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252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🏠 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Real-time KPI cards: waste exposure, high-risk SKUs, pending actions, expiry timelines.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15568"/>
            <a:ext cx="3703320" cy="13258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225295"/>
            <a:ext cx="2743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252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120700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📋  Inventory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7 tracked SKUs with risk badge, expiry, cohort batch tracking, and Inspect Risk link.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115568"/>
            <a:ext cx="3703320" cy="13258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93607" y="1225295"/>
            <a:ext cx="2743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12252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20700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🔬  Product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Full 10-day Historical Sales vs Forecast Demand Recharts line chart + evidence.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24328"/>
            <a:ext cx="3703320" cy="13258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" y="2734056"/>
            <a:ext cx="2743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2734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1576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Approve / Edit / Reject workflow with confirmation modal and notes — saved to SQLite.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2624328"/>
            <a:ext cx="3703320" cy="13258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1688" y="2734056"/>
            <a:ext cx="2743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2734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271576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📊  Scenario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6 judging scenarios: Baseline vs FreshGuard AI with live evaluation API.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624328"/>
            <a:ext cx="3703320" cy="13258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3607" y="2734056"/>
            <a:ext cx="2743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7" y="2734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71576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📜  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Immutable timestamped log of all manager decisions with reviewer name and source.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97680"/>
            <a:ext cx="11521440" cy="6858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074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</a:rPr>
              <a:t>✅  All 9 Backend Tests PASS   •   ✅  Build: 0 Errors (Next.js 16)   •   ✅  FastAPI  /products /products/{id}/risk /recommendations /audit /evaluation/run  — All 200 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1206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Verified Impact Metrics Across 6 Hackathon Scenarios: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486400"/>
            <a:ext cx="182880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5559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79%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9801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Spoilage cost
reduction (Sc.1)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5486400"/>
            <a:ext cx="182880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20" y="5559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-5 Stockouts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59801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Prevented
in Scenario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5486400"/>
            <a:ext cx="182880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59" y="5559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73.7%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59" y="59801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Portfolio waste
reduction (Sc.6)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5486400"/>
            <a:ext cx="182880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5559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+$585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9801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Net margin gain
across 15 SKUs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01000" y="5486400"/>
            <a:ext cx="182880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5559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MAE 2.1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59801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Forecast accuracy
(from 4.8→2.1)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21240" y="5486400"/>
            <a:ext cx="182880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12680" y="5559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59801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Human-in-loop
control enforced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04  //  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Practical to build, deploy, and use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303520" cy="50292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🛠  Technology Stack — All Free &amp; 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Frontend: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087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Next.js 16 App Router + Recharts + Lucide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Backend: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0574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FastAPI (Python) — async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Database: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60603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SQLite (dev) + Supabase Postgres (prod)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AI / ML: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15467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Ridge Regression demand forecasting (scikit-learn compatible)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03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Auth: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703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Supabase publishable key — zero backend secrets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Deploy: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2519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Vercel (frontend) + Railway / Render (FastAPI backend)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Testing: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00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pytest — 9 API tests, 100% pass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CI/CD: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3492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Stateless, containerisable — Docker-ready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051560"/>
            <a:ext cx="594360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1155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👤  Human-in-the-Loop — Manager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5087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Every AI recommendation requires explicit Approve / Edit / Reject.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0208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Manager can override quantity, discount %, and timing before execution.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5328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Data integrity guardrails block execution when barcode/batch data is stale.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04495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Full audit trail with reviewer name, timestamp, and source system logged.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520440"/>
            <a:ext cx="5943600" cy="2606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35844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💰  Return on Investment — Retail Store Estimate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0416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Setup Cost: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0416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Near-zero (open-source stack, SQLite, free Supabase tier)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535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Training: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5354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Store manager onboards in &lt; 30 minutes via guided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029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Time Saved: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0292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Eliminates 3–5h/week of manual markdown coordination per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5229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ROI Period: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5229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Positive ROI within first week of deployment at a single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Risk: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60167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Human approval layer ensures zero rogue automated discounts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05  // 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From 1 store to enterprise retail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03320" cy="3200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0332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🏪  Tier 1: Single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</a:rPr>
              <a:t>Current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7 SKUs / 1 store on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Manager dashboard + audit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4378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9 passing API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5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Next.js + FastAPI on localhost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13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Scenario engine with 6 benchmarks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097280"/>
            <a:ext cx="3703320" cy="3200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097280"/>
            <a:ext cx="370332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188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🏬  Tier 2: Multi-Store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5361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</a:rPr>
              <a:t>3–6 Month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87451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Supabase Postgres (already integrated)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Store-selector filter already in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84378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Per-store agent coordinator threads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28415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Shared recommendation queue per 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13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Manager role-based access control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097280"/>
            <a:ext cx="3703320" cy="3200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1097280"/>
            <a:ext cx="3703320" cy="7315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188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🏢  Tier 3: Enterprise / SaaS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5361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11D48"/>
                </a:solidFill>
              </a:rPr>
              <a:t>12 Month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87451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Horizontally scaled FastAPI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Real ERP / POS data connectors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4378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SKU catalog: 10,000+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328415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ML retraining pipeline (weekly)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813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White-label SaaS for grocery chains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4622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Technical Scalability Pillars: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28032"/>
            <a:ext cx="5577840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01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🔌  API-First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48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Every feature exposed as a clean REST endpoint. Any frontend or mobile app can consume 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79" y="4828032"/>
            <a:ext cx="5577840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901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🗄️  Supabase-Ready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148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PostgreSQL schema pre-designed. One env var swap scales from SQLite → cloud DB.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605272"/>
            <a:ext cx="5577840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678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🐳  Stateless 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25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FastAPI is stateless. Dockerise and deploy N workers behind a load balancer.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5605272"/>
            <a:ext cx="5577840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5678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🤖  Pluggable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925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Each AI agent is a self-contained Python class. Add new agents without refactoring 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06  // 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3-Minute Judge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623560" cy="1417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57200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645919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704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Dashboard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Open localhost:3000 → Show 5 KPI cards (7 SKUs, 5 High/Critical, $377 waste exposure). Point out Inventory Risk Distribution pie chart and Expiry Horizons bar chart visible without scrolling.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097280"/>
            <a:ext cx="5623560" cy="1417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457200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645919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704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Inventory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5087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Click on Fresh Whole Organic Milk 1L → Product Deep Dive page shows BATCH-M1 (70 units, 1 day remaining). Dual-line demand chart (Observed Daily Sales vs Projected Forecast) renders 10 data points.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5623560" cy="1417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457200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24612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7706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Recommendation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089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Navigate to Recommendations → Click 'Edit &amp; Approve' on milk markdown card. Change discount to 25%, add note, submit → Status updates to APPROVED in SQLite in real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697480"/>
            <a:ext cx="5623560" cy="1417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697480"/>
            <a:ext cx="457200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324612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7706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Scenario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1089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Open Scenario Engine → Select Scenario 1 (Near Expiry Wave) → Click 'Run Scenario &amp; Show Insights'. AI executive brief reveals multi-agent execution sequence + $128.40 net financial gain.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97680"/>
            <a:ext cx="5623560" cy="1417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297680"/>
            <a:ext cx="457200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484632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708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7091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Navigate to Audit Trail → Every approval/rejection is timestamped with reviewer name. Demonstrates compliance-grade record keeping at scale.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297680"/>
            <a:ext cx="5623560" cy="1417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297680"/>
            <a:ext cx="457200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484632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3708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Data Integrity Guard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7091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Switch to Scenario 5 (Bad Data) → Coordinator BLOCKS automated execution, shows NEEDS_HUMAN_REVIEW status at 65% confidence score.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16752"/>
            <a:ext cx="11521440" cy="54864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108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URL: http://localhost:3000   •   Backend: http://127.0.0.1:8000/docs   •   All data persists to freshguard.db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07  //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34747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🖥️  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Next.js 16 App Router (TypeScript)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35607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15568"/>
            <a:ext cx="7726679" cy="1005840"/>
          </a:xfrm>
          <a:prstGeom prst="rect">
            <a:avLst/>
          </a:prstGeom>
          <a:solidFill>
            <a:srgbClr val="162333"/>
          </a:solidFill>
          <a:ln>
            <a:solidFill>
              <a:srgbClr val="16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35607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 screens | Recharts | Lucide Icons | TailwindCSS-compatible | Responsive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50008"/>
            <a:ext cx="34747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🔗  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FastAPI REST (Python 3.14)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700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350008"/>
            <a:ext cx="7726679" cy="1005840"/>
          </a:xfrm>
          <a:prstGeom prst="rect">
            <a:avLst/>
          </a:prstGeom>
          <a:solidFill>
            <a:srgbClr val="162333"/>
          </a:solidFill>
          <a:ln>
            <a:solidFill>
              <a:srgbClr val="16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670048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11 endpoints | CORS | Pydantic schemas | OpenAPI docs at /docs | Async workers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84448"/>
            <a:ext cx="34747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🧠  AI Agent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Multi-Agent Coordinator (Python)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904487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584448"/>
            <a:ext cx="7726679" cy="1005840"/>
          </a:xfrm>
          <a:prstGeom prst="rect">
            <a:avLst/>
          </a:prstGeom>
          <a:solidFill>
            <a:srgbClr val="162333"/>
          </a:solidFill>
          <a:ln>
            <a:solidFill>
              <a:srgbClr val="16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904487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Demand Forecaster | Dynamic Pricing | Logistics | Replenishment | Data Integrity Guard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18888"/>
            <a:ext cx="347472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🗄️  Persistence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76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SQLite → Supabase Postgres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1389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818888"/>
            <a:ext cx="7726679" cy="1005840"/>
          </a:xfrm>
          <a:prstGeom prst="rect">
            <a:avLst/>
          </a:prstGeom>
          <a:solidFill>
            <a:srgbClr val="162333"/>
          </a:solidFill>
          <a:ln>
            <a:solidFill>
              <a:srgbClr val="16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5138928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Products | InventorySnapshots | Recommendations | ReviewActions | AuditEvents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080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</a:rPr>
              <a:t>Manager Input  →  UI Action  →  FastAPI Endpoint  →  SQLite Write  →  Supabase Sync  →  Audit 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2523C"/>
          </a:solidFill>
          <a:ln>
            <a:solidFill>
              <a:srgbClr val="025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FreshGuard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E7B7"/>
                </a:solidFill>
              </a:rPr>
              <a:t>Solving Retail Food Waste with Multi-Agent AI, Human-Centered Design, and Proven 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914400"/>
          </a:xfrm>
          <a:prstGeom prst="rect">
            <a:avLst/>
          </a:prstGeom>
          <a:solidFill>
            <a:srgbClr val="013D2D"/>
          </a:solidFill>
          <a:ln>
            <a:solidFill>
              <a:srgbClr val="01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 Functionality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Works end-to-end: 6 screens, FastAPI backend, 9 passing tests, real AI evaluation.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2011680"/>
            <a:ext cx="3474720" cy="914400"/>
          </a:xfrm>
          <a:prstGeom prst="rect">
            <a:avLst/>
          </a:prstGeom>
          <a:solidFill>
            <a:srgbClr val="013D2D"/>
          </a:solidFill>
          <a:ln>
            <a:solidFill>
              <a:srgbClr val="01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8483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100% open-source stack, deploys in minutes, immediate manager ROI.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011680"/>
            <a:ext cx="3474720" cy="914400"/>
          </a:xfrm>
          <a:prstGeom prst="rect">
            <a:avLst/>
          </a:prstGeom>
          <a:solidFill>
            <a:srgbClr val="013D2D"/>
          </a:solidFill>
          <a:ln>
            <a:solidFill>
              <a:srgbClr val="01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08483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 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SQLite → Supabase Postgres, stateless API, pluggable agent architecture.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Live Screens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API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9 /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Tests Passing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AI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Judging 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+$585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Max Net 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617720"/>
            <a:ext cx="12188952" cy="36576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7365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Built with: Next.js 16  ·  FastAPI  ·  SQLite  ·  Supabase  ·  Python  ·  Recharts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EE7B7"/>
                </a:solidFill>
              </a:rPr>
              <a:t>🌐  localhost:3000   |   📡  API: 127.0.0.1:8000/docs   |   💾  Database: freshguard.db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Thank you for reviewing FreshGuard AI. We built a complete, functional, and scalable solution that demonstrates genuine real-world impact on retail food waste reduction.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